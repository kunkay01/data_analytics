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60" r:id="rId6"/>
    <p:sldId id="259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>
        <p:scale>
          <a:sx n="100" d="100"/>
          <a:sy n="100" d="100"/>
        </p:scale>
        <p:origin x="2394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D91B65-BEF0-43B4-F36D-7E1BBAB1D9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F0FBCD3-79EF-D825-99FD-4CDE355C2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5BC93E-14A4-93FD-B677-9DAF610E1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09EC-CF8F-41AA-B2C9-A670B6C002F9}" type="datetimeFigureOut">
              <a:rPr lang="de-CH" smtClean="0"/>
              <a:t>23.11.2025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4C78CD-0298-2BBD-C2A0-B8BB6868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9E323C8-75E6-F71F-3D71-585E82351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50A03-B23D-47FB-87E0-0609E7D84A5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53337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139933-BFD3-6FD4-F214-B76E3F74F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E70D46-CCF3-22B8-1C10-0ABC19BA1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812F90-03BD-0AC5-649A-6F0A8A09D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09EC-CF8F-41AA-B2C9-A670B6C002F9}" type="datetimeFigureOut">
              <a:rPr lang="de-CH" smtClean="0"/>
              <a:t>23.11.2025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63E77A-2759-BFE9-139D-B73740A4B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DE2A15-0B33-9AF6-8C80-330A4B371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50A03-B23D-47FB-87E0-0609E7D84A5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0228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65D8FB-6417-59FB-D6FB-E45D808D4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FD983CC-9007-7B3F-2BC3-72A34F567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E850341-A482-F8F5-6C5E-751E56418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09EC-CF8F-41AA-B2C9-A670B6C002F9}" type="datetimeFigureOut">
              <a:rPr lang="de-CH" smtClean="0"/>
              <a:t>23.11.2025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A55BC1B-1835-CA18-57AA-2166A3C83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0BF1D6-CD69-1518-DF37-920A0809A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50A03-B23D-47FB-87E0-0609E7D84A5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47187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3C3F7B-4680-AA48-2132-96FA0CD31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F9D0BDF-48B7-DC90-161F-854312E384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63D7072-C5B0-E4DD-C1CA-36445653EB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8CA9595-92C1-C647-BBAB-C1BC2522C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09EC-CF8F-41AA-B2C9-A670B6C002F9}" type="datetimeFigureOut">
              <a:rPr lang="de-CH" smtClean="0"/>
              <a:t>23.11.2025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3F26E88-7AB2-779B-7EC0-24669A9C4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1DC45A8-6462-C86A-F8F6-67F490817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50A03-B23D-47FB-87E0-0609E7D84A5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85244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146CAA-2757-571C-4D1E-73092425E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B27684B-70EB-641A-BF5B-6C4C3DD3E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FE2A786-262A-0B5F-4513-7BC0CC88E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1C4FCCE-7A2F-B474-8E72-328B0D2897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34454D3-7E57-79BC-7179-E8685FE40E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0C2E008-3C41-8A93-B4CD-F335B04E8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09EC-CF8F-41AA-B2C9-A670B6C002F9}" type="datetimeFigureOut">
              <a:rPr lang="de-CH" smtClean="0"/>
              <a:t>23.11.2025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6B9BCF3-66FA-85DF-07BA-DF5F1B893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E0B213F-1C7F-EB65-3A34-EFF17331F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50A03-B23D-47FB-87E0-0609E7D84A5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50599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6FD2E4-0097-ABE9-0F75-5BB2CFC63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6705534-49AE-0162-B75B-6E409EEE1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09EC-CF8F-41AA-B2C9-A670B6C002F9}" type="datetimeFigureOut">
              <a:rPr lang="de-CH" smtClean="0"/>
              <a:t>23.11.2025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5B1C7FF-B3B4-5ECD-14E7-4C528C508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CDD1B34-5B66-5243-855A-55C065552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50A03-B23D-47FB-87E0-0609E7D84A5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80282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9063CB4-FFE5-87E9-919C-DA5CC7955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09EC-CF8F-41AA-B2C9-A670B6C002F9}" type="datetimeFigureOut">
              <a:rPr lang="de-CH" smtClean="0"/>
              <a:t>23.11.2025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7F42D29-1629-E642-EA9D-5A93CD7CD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83199B4-D17F-3053-D33C-7B66943B1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50A03-B23D-47FB-87E0-0609E7D84A5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42891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E70CF5-B245-1AE1-49CC-8FF9C3105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638773-3D1C-11F5-A1F8-DF0D82E0F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EEE080F-AE2A-982F-AB40-4D5DCD33A2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1C66CFB-1DF3-028A-00D9-4517FA599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09EC-CF8F-41AA-B2C9-A670B6C002F9}" type="datetimeFigureOut">
              <a:rPr lang="de-CH" smtClean="0"/>
              <a:t>23.11.2025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907E0A-AC53-7B9B-1C34-44D9A8432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3D135D1-B65B-B342-6CAD-D70C36670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50A03-B23D-47FB-87E0-0609E7D84A5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53886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7D545F-8042-DD0D-CD93-49249029E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B871EA6-9AF0-F73F-4550-08079C772A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F76569D-7D26-8F0A-9957-06F7AA0EDC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42A518B-FB52-C16E-C42A-E7BD641F3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09EC-CF8F-41AA-B2C9-A670B6C002F9}" type="datetimeFigureOut">
              <a:rPr lang="de-CH" smtClean="0"/>
              <a:t>23.11.2025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5D3089C-63A5-2453-65F0-079B50FEE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CEAA83C-A23E-8D46-38A9-4A30313E1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50A03-B23D-47FB-87E0-0609E7D84A5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27951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AC1AD4-ADA2-4F0C-1085-CD9F92212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91366DF-EB73-A7A2-4865-785E3717C3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C340B4-D789-CF31-B638-B9CF37F0F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09EC-CF8F-41AA-B2C9-A670B6C002F9}" type="datetimeFigureOut">
              <a:rPr lang="de-CH" smtClean="0"/>
              <a:t>23.11.2025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0E7E690-3B49-BF6E-0813-ADA55D36B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A8FA91B-B4A3-54C1-C618-C3C23D6D3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50A03-B23D-47FB-87E0-0609E7D84A5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94221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C54DFD4-F7C5-190D-09AC-E6CAA7829E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984B30C-7A6D-C442-9852-7133DD0D01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BD4B14-2C34-4B92-46D2-3A1704B61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09EC-CF8F-41AA-B2C9-A670B6C002F9}" type="datetimeFigureOut">
              <a:rPr lang="de-CH" smtClean="0"/>
              <a:t>23.11.2025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371E04-BB2D-C808-9CAC-2CBBD5779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34B339-B32D-3201-9C0B-D88A4DF0D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50A03-B23D-47FB-87E0-0609E7D84A5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22706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9672E9E-77C3-FB5D-7F6F-5B3CE78CE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EED3A05-F4F9-1E4B-E0C9-D87BFD699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7E4B92-5298-C81B-AFFD-30B443C692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2209EC-CF8F-41AA-B2C9-A670B6C002F9}" type="datetimeFigureOut">
              <a:rPr lang="de-CH" smtClean="0"/>
              <a:t>23.11.2025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B258E1-9F29-31CD-C3F1-F1E87352D6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965A94-4D60-D130-A565-EF4F3BE479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950A03-B23D-47FB-87E0-0609E7D84A5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50132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C69B67-0727-6497-7377-524406793A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de-CH" dirty="0"/>
            </a:br>
            <a:r>
              <a:rPr lang="en-US" dirty="0"/>
              <a:t>A Comparison of rural apartments with city apartments</a:t>
            </a:r>
          </a:p>
        </p:txBody>
      </p:sp>
    </p:spTree>
    <p:extLst>
      <p:ext uri="{BB962C8B-B14F-4D97-AF65-F5344CB8AC3E}">
        <p14:creationId xmlns:p14="http://schemas.microsoft.com/office/powerpoint/2010/main" val="1853505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9416F-8DF7-A6CB-C103-FF20B8760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2E2DB1-A1E2-AC2C-52F6-DEE4FB59C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de-CH" dirty="0"/>
            </a:br>
            <a:r>
              <a:rPr lang="en-US" dirty="0"/>
              <a:t>Boxplots of prices per m2 </a:t>
            </a:r>
            <a:br>
              <a:rPr lang="en-US" dirty="0"/>
            </a:b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DA7BA1-47C3-9F68-6DC3-CE76A32C4A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59629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rural apartments</a:t>
            </a:r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F60EC94-7002-C447-C80F-5995AE510A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59629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city apartments</a:t>
            </a:r>
            <a:endParaRPr lang="de-CH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EE48369-E288-BA7B-C8C9-77A4F5764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88752" y="3000763"/>
            <a:ext cx="9384752" cy="221893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D39DAC52-AA0F-D9BB-D502-61EF59AB4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6964" y="3000763"/>
            <a:ext cx="9384752" cy="222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695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C4AFB4-EC37-8D2C-797D-6B23B3BC3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de-CH" dirty="0"/>
            </a:br>
            <a:r>
              <a:rPr lang="en-US" dirty="0"/>
              <a:t>Boxplots of prices per m2 </a:t>
            </a:r>
            <a:br>
              <a:rPr lang="en-US" dirty="0"/>
            </a:b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D90AE7-C862-27FB-7642-8E75D0343C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59629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rural apartments</a:t>
            </a:r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175A6C3-9A48-06D4-B446-2C355A534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59629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city apartments</a:t>
            </a:r>
            <a:endParaRPr lang="de-CH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A59B065C-43A2-B0FC-455D-64EE7341F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680" y="3016612"/>
            <a:ext cx="5354872" cy="1419466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17AF9DD-E469-E6C0-A987-AABA77A11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934" y="3127667"/>
            <a:ext cx="4443723" cy="1154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600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57248-2CB3-A753-17FE-C9DFB2EE2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E6AD42-EA97-1883-8BE5-CD4269268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de-CH" dirty="0"/>
            </a:br>
            <a:br>
              <a:rPr lang="de-CH" dirty="0"/>
            </a:br>
            <a:r>
              <a:rPr lang="de-CH" dirty="0"/>
              <a:t>Boxplots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areas</a:t>
            </a:r>
            <a:r>
              <a:rPr lang="de-CH" dirty="0"/>
              <a:t> </a:t>
            </a:r>
            <a:br>
              <a:rPr lang="de-CH" dirty="0"/>
            </a:br>
            <a:br>
              <a:rPr lang="en-US" dirty="0"/>
            </a:b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5127409-39FD-4E42-5962-5DCC6A7AA8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59629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rural apartments</a:t>
            </a:r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4C077CF-4736-3B25-AA12-882541608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59629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city apartments</a:t>
            </a:r>
            <a:endParaRPr lang="de-CH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4614480-3212-CD1F-C1C5-3A8203066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141" y="3429000"/>
            <a:ext cx="5007432" cy="127967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AC9BF839-8EC2-FA01-8BA0-DBC5521D9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828" y="3429000"/>
            <a:ext cx="4868344" cy="114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536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EDCBF-D6E7-F44D-6F00-25DA6FB59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C9802B-4171-5D63-D668-3D279B5F8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Histograms of prices per m2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A44DB80-4CA2-7E35-BD0A-EF693E7A6B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59629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rural apartments</a:t>
            </a:r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B627F5B-9594-6028-298E-CC85B384F8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59629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city apartments</a:t>
            </a:r>
            <a:endParaRPr lang="de-CH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D00293F-E3FA-B5CE-2D27-8C7BCDCCD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278" y="2468890"/>
            <a:ext cx="4927925" cy="3215218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65AAC2CF-0E23-076F-84E5-CA84700FA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603" y="2310713"/>
            <a:ext cx="5248394" cy="337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332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E573B-2ACD-2650-7ADF-EC718BFE3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9608A7-A16C-E4C5-1209-30C0B9B6B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dirty="0" err="1"/>
              <a:t>Histograms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areas</a:t>
            </a:r>
            <a:r>
              <a:rPr lang="de-CH" dirty="0"/>
              <a:t> 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6517C6-C76C-7441-4183-856A21FAEA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59629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rural apartments</a:t>
            </a:r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23D703A-9DA8-67C7-85A6-E67D3102A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59629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city apartments</a:t>
            </a:r>
            <a:endParaRPr lang="de-CH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8E73092-5161-59A6-91D8-F025EF684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26" y="2556861"/>
            <a:ext cx="4892567" cy="308688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6BC415AF-35DF-95EB-3DB1-3CEDD8399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3582" y="2440459"/>
            <a:ext cx="4985782" cy="3334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935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</Words>
  <Application>Microsoft Office PowerPoint</Application>
  <PresentationFormat>Breitbild</PresentationFormat>
  <Paragraphs>16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</vt:lpstr>
      <vt:lpstr> A Comparison of rural apartments with city apartments</vt:lpstr>
      <vt:lpstr> Boxplots of prices per m2  </vt:lpstr>
      <vt:lpstr> Boxplots of prices per m2  </vt:lpstr>
      <vt:lpstr>  Boxplots of areas   </vt:lpstr>
      <vt:lpstr>Histograms of prices per m2</vt:lpstr>
      <vt:lpstr>Histograms of areas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Kunze Kay (kunkay01)</dc:creator>
  <cp:lastModifiedBy>Kunze Kay (kunkay01)</cp:lastModifiedBy>
  <cp:revision>1</cp:revision>
  <dcterms:created xsi:type="dcterms:W3CDTF">2025-11-23T16:56:48Z</dcterms:created>
  <dcterms:modified xsi:type="dcterms:W3CDTF">2025-11-23T17:15:11Z</dcterms:modified>
</cp:coreProperties>
</file>